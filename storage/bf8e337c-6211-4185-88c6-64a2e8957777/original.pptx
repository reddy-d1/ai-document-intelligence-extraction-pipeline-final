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Document Intelligence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Presenter: Tech Lead | Date: 2026-08-13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Document Ingestion &amp; Classification</a:t>
            </a:r>
          </a:p>
          <a:p>
            <a:r>
              <a:t>Structured Field Extraction with Dynamic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